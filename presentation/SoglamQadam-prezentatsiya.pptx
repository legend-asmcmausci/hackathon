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120640" cy="457200"/>
          </a:xfrm>
          <a:prstGeom prst="roundRect">
            <a:avLst>
              <a:gd name="adj" fmla="val 48000"/>
            </a:avLst>
          </a:prstGeom>
          <a:solidFill>
            <a:srgbClr val="1A2E27"/>
          </a:solidFill>
          <a:ln w="12700">
            <a:solidFill>
              <a:srgbClr val="2C47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1323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8DD"/>
                </a:solidFill>
              </a:rPr>
              <a:t>🏆 Hackathon 2026 · Senior · «Sog'liq va sport»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Sog'lom</a:t>
            </a:r>
            <a:pPr indent="0" marL="0">
              <a:buNone/>
            </a:pPr>
            <a:r>
              <a:rPr lang="en-US" sz="6000" b="1" dirty="0">
                <a:solidFill>
                  <a:srgbClr val="7DD36C"/>
                </a:solidFill>
              </a:rPr>
              <a:t>Qadam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B9CCC4"/>
                </a:solidFill>
              </a:rPr>
              <a:t>Sog'lom hayot — bir qadamdan boshlanadi. O'zbek sharoitidagi birinchi to'liq o'zbek tilidagi sog'lom turmush tarzi platformasi.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938528" cy="457200"/>
          </a:xfrm>
          <a:prstGeom prst="roundRect">
            <a:avLst>
              <a:gd name="adj" fmla="val 48000"/>
            </a:avLst>
          </a:prstGeom>
          <a:solidFill>
            <a:srgbClr val="16241E"/>
          </a:solidFill>
          <a:ln w="12700">
            <a:solidFill>
              <a:srgbClr val="2C4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8795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DD"/>
                </a:solidFill>
              </a:rPr>
              <a:t>🧮 4 kalkulyator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4114800"/>
            <a:ext cx="2043684" cy="457200"/>
          </a:xfrm>
          <a:prstGeom prst="roundRect">
            <a:avLst>
              <a:gd name="adj" fmla="val 48000"/>
            </a:avLst>
          </a:prstGeom>
          <a:solidFill>
            <a:srgbClr val="16241E"/>
          </a:solidFill>
          <a:ln w="12700">
            <a:solidFill>
              <a:srgbClr val="2C4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4187952"/>
            <a:ext cx="20436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DD"/>
                </a:solidFill>
              </a:rPr>
              <a:t>🍲 40 milliy taom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51476" y="4114800"/>
            <a:ext cx="1517904" cy="457200"/>
          </a:xfrm>
          <a:prstGeom prst="roundRect">
            <a:avLst>
              <a:gd name="adj" fmla="val 48000"/>
            </a:avLst>
          </a:prstGeom>
          <a:solidFill>
            <a:srgbClr val="16241E"/>
          </a:solidFill>
          <a:ln w="12700">
            <a:solidFill>
              <a:srgbClr val="2C4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1476" y="4187952"/>
            <a:ext cx="1517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DD"/>
                </a:solidFill>
              </a:rPr>
              <a:t>🏋️ 26 mashq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33972" y="4114800"/>
            <a:ext cx="2464308" cy="457200"/>
          </a:xfrm>
          <a:prstGeom prst="roundRect">
            <a:avLst>
              <a:gd name="adj" fmla="val 48000"/>
            </a:avLst>
          </a:prstGeom>
          <a:solidFill>
            <a:srgbClr val="16241E"/>
          </a:solidFill>
          <a:ln w="12700">
            <a:solidFill>
              <a:srgbClr val="2C4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3972" y="4187952"/>
            <a:ext cx="24643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DD"/>
                </a:solidFill>
              </a:rPr>
              <a:t>🎯 7 kunlik challenge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62872" y="4114800"/>
            <a:ext cx="1728216" cy="457200"/>
          </a:xfrm>
          <a:prstGeom prst="roundRect">
            <a:avLst>
              <a:gd name="adj" fmla="val 48000"/>
            </a:avLst>
          </a:prstGeom>
          <a:solidFill>
            <a:srgbClr val="16241E"/>
          </a:solidFill>
          <a:ln w="12700">
            <a:solidFill>
              <a:srgbClr val="2C4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4187952"/>
            <a:ext cx="1728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DD"/>
                </a:solidFill>
              </a:rPr>
              <a:t>🤖 maslahatchi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7680960" cy="603504"/>
          </a:xfrm>
          <a:prstGeom prst="roundRect">
            <a:avLst>
              <a:gd name="adj" fmla="val 50000"/>
            </a:avLst>
          </a:prstGeom>
          <a:solidFill>
            <a:srgbClr val="0D9B6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3036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🔗  Demo: site-a759875af4e24f2b96edba0601ae7c0d.freebuff.page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68C"/>
                </a:solidFill>
              </a:rPr>
              <a:t>Jamoa: __________________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07040" y="61264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968C"/>
                </a:solidFill>
              </a:rPr>
              <a:t>1 / 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B63"/>
                </a:solidFill>
              </a:rPr>
              <a:t>MUAMMO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A15"/>
                </a:solidFill>
              </a:rPr>
              <a:t>Sog'lik — eng katta, lekin eng e'tiborsiz reja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Sog'lomQadam · Hackathon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2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2216173" cy="73152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3736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9B63"/>
                </a:solidFill>
              </a:rPr>
              <a:t>1/3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3D"/>
                </a:solidFill>
              </a:rPr>
              <a:t>kattalar jismoniy faollik normasiga yetmaydi (JSST)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173736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965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9B63"/>
                </a:solidFill>
              </a:rPr>
              <a:t>№1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703320" y="2697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3D"/>
                </a:solidFill>
              </a:rPr>
              <a:t>yurak-qon tomir kasalliklari — vafot sabablari boshida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65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9B63"/>
                </a:solidFill>
              </a:rPr>
              <a:t>70%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83680" y="2697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3D"/>
                </a:solidFill>
              </a:rPr>
              <a:t>«parhez» hisobsiz boshlanadi va tez to'xtaydi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81160" y="1737360"/>
            <a:ext cx="2240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196596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9B63"/>
                </a:solidFill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464040" y="269748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3D"/>
                </a:solidFill>
              </a:rPr>
              <a:t>o'zbek taomlari bazasi bor bepul ilova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348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3443D"/>
                </a:solidFill>
              </a:rPr>
              <a:t>Muammo faqat «ko'proq sport qiling» da emas: odamda o'z normasini biladigan, milliy ovqatini hisoblaydigan va odatni ushlab turadigan vosita yo'q. Chet el ilovalari esa o'zbekcha emas va mahalliy taomlarni tanimaydi.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B63"/>
                </a:solidFill>
              </a:rPr>
              <a:t>NEGA BIZ?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A15"/>
                </a:solidFill>
              </a:rPr>
              <a:t>Mavjud ilovalar shu muammoga javob bermaydi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Sog'lomQadam · Hackathon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3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3324260" cy="73152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37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Notog'ri bazalar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Chet el ilovalarida «osh», «somsa», «lag'mon» yo'q — hisob doim yonga chiqadi. Bizda 40 ta milliy taom: porsiya + makronutrientlar.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628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To'siqli kirish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697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Ro'yxatdan o'tish, raqam, reklama, obuna. Bizda: och → ishla. Ma'lumot faqat qurilmada (localStorage).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Motivatsiya so'nadi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2697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Abunalar 2–3 haftada tugaydi. Bizda streak va kunlik natija — davomiylikni ushlab turuvchi mexanizm.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062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83464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7D51"/>
                          </a:solidFill>
                        </a:rPr>
                        <a:t>Vosita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7D51"/>
                          </a:solidFill>
                        </a:rPr>
                        <a:t>O'zbekcha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7D51"/>
                          </a:solidFill>
                        </a:rPr>
                        <a:t>Milliy taomlar bazasi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7D51"/>
                          </a:solidFill>
                        </a:rPr>
                        <a:t>Ro'yxatsiz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7D51"/>
                          </a:solidFill>
                        </a:rPr>
                        <a:t>Streak mexanizmi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Chet el ilovalari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Yo'q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Yo'q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Ko'pincha yo'q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Qisman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Mahalliy ilovalar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Cheklangan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Har xil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Yo'q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Sog'lomQadam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Ha, to'liq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40 ta + makro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B63"/>
                </a:solidFill>
              </a:rPr>
              <a:t>YECHIM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A15"/>
                </a:solidFill>
              </a:rPr>
              <a:t>Hisobla → Rejalashtir → Bajar → Saqla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Sog'lomQadam · Hackathon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4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4432346" cy="73152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2560320" cy="109728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15"/>
                </a:solidFill>
              </a:rPr>
              <a:t>1. Hisobla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66E"/>
                </a:solidFill>
              </a:rPr>
              <a:t>BMI, kaloriya (TDEE), suv va qadam normasi — 30 soniyada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82112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B63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7472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828800"/>
            <a:ext cx="2560320" cy="109728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15"/>
                </a:solidFill>
              </a:rPr>
              <a:t>2. Rejalashtir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2468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66E"/>
                </a:solidFill>
              </a:rPr>
              <a:t>Maqsadga mos uy mashqlari reja + kunlik ratson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16752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B63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828800"/>
            <a:ext cx="2560320" cy="109728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15"/>
                </a:solidFill>
              </a:rPr>
              <a:t>3. Bajar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468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66E"/>
                </a:solidFill>
              </a:rPr>
              <a:t>7 kunlik challenge, dam taymeri, maslahatchi yonida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51392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B63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4400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1828800"/>
            <a:ext cx="2560320" cy="109728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15"/>
                </a:solidFill>
              </a:rPr>
              <a:t>4. Saqla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0" y="2468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66E"/>
                </a:solidFill>
              </a:rPr>
              <a:t>Natijalar qurilmada qoladi, grafikda ko'rinadi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39319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069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Kim uchun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4892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O'rta yoshli office xodimlari, talabalar, sportga qaytmoqchi bo'lganlar — ya'ni bizning o'zimiz.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26480" y="39319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069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30936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Nega tez ishlaydi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09360" y="4892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Server yo'q, kutish yo'q, reklama yo'q. Sahifa ochiladi va darhol ishlaydi — hatto sekin internetda.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B63"/>
                </a:solidFill>
              </a:rPr>
              <a:t>IMKONIYATLAR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A15"/>
                </a:solidFill>
              </a:rPr>
              <a:t>Bitta sahifada 6 ta vosita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Sog'lomQadam · Hackathon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5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5540433" cy="73152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830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BMI + ideal vazn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Rangli shkala, holat va shaxsiy vazn diapazoni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6280" y="2377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Kaloriya (TDEE)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7432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Mifflin–St Jeor, faollik, maqsad, makronutrientlar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0" y="2377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Suv va qadam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27432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Vazn va faollikka ko'ra litr, stakan va qadam maqsadi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60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🍲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Milliy taomlar bazasi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98348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40 ta taom: kaloriya + oqsil/uglerod/yog', qidiruv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4023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160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🏋️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26280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Mashq rejasi generatori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26280" y="498348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Maqsad × daraja × kun × vaqt → tayyor reja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46720" y="4023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4160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229600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Challenge + taymer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0" y="498348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6 ta odat, streak, 7 kunlik grafik, 45/5 taymer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D36C"/>
                </a:solidFill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Haqiqiy platforma — havolani ochib ko'ring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132420"/>
          </a:solidFill>
          <a:ln w="12700">
            <a:solidFill>
              <a:srgbClr val="2C47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🖥️  Nima ko'rasiz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✓"/>
            </a:pPr>
            <a:r>
              <a:rPr lang="en-US" sz="1350" dirty="0">
                <a:solidFill>
                  <a:srgbClr val="CFE8DD"/>
                </a:solidFill>
              </a:rPr>
              <a:t>Hisoblash: vazn 95 kg → BMI va norma darhol yangilanadi</a:t>
            </a:r>
            <a:endParaRPr lang="en-US" sz="1350" dirty="0"/>
          </a:p>
          <a:p>
            <a:pPr marL="228600" indent="-228600">
              <a:lnSpc>
                <a:spcPct val="135000"/>
              </a:lnSpc>
              <a:buSzPct val="100000"/>
              <a:buChar char="✓"/>
            </a:pPr>
            <a:r>
              <a:rPr lang="en-US" sz="1350" dirty="0">
                <a:solidFill>
                  <a:srgbClr val="CFE8DD"/>
                </a:solidFill>
              </a:rPr>
              <a:t>Ratson: «Osh»ni qo'shing → hisob yuradi</a:t>
            </a:r>
            <a:endParaRPr lang="en-US" sz="1350" dirty="0"/>
          </a:p>
          <a:p>
            <a:pPr marL="228600" indent="-228600">
              <a:lnSpc>
                <a:spcPct val="135000"/>
              </a:lnSpc>
              <a:buSzPct val="100000"/>
              <a:buChar char="✓"/>
            </a:pPr>
            <a:r>
              <a:rPr lang="en-US" sz="1350" dirty="0">
                <a:solidFill>
                  <a:srgbClr val="CFE8DD"/>
                </a:solidFill>
              </a:rPr>
              <a:t>Reja: 30 daqiqa, 3 kun → tayyor mashq kartalari</a:t>
            </a:r>
            <a:endParaRPr lang="en-US" sz="1350" dirty="0"/>
          </a:p>
          <a:p>
            <a:pPr marL="228600" indent="-228600">
              <a:lnSpc>
                <a:spcPct val="135000"/>
              </a:lnSpc>
              <a:buSzPct val="100000"/>
              <a:buChar char="✓"/>
            </a:pPr>
            <a:r>
              <a:rPr lang="en-US" sz="1350" dirty="0">
                <a:solidFill>
                  <a:srgbClr val="CFE8DD"/>
                </a:solidFill>
              </a:rPr>
              <a:t>Challenge: odatlarni belgilang → grafik to'ldiriladi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78308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132420"/>
          </a:solidFill>
          <a:ln w="12700">
            <a:solidFill>
              <a:srgbClr val="2C4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65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🧪  Tekshirilgan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46888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✓"/>
            </a:pPr>
            <a:r>
              <a:rPr lang="en-US" sz="1350" dirty="0">
                <a:solidFill>
                  <a:srgbClr val="CFE8DD"/>
                </a:solidFill>
              </a:rPr>
              <a:t>TypeScript strict — xato yo'q</a:t>
            </a:r>
            <a:endParaRPr lang="en-US" sz="1350" dirty="0"/>
          </a:p>
          <a:p>
            <a:pPr marL="228600" indent="-228600">
              <a:lnSpc>
                <a:spcPct val="135000"/>
              </a:lnSpc>
              <a:buSzPct val="100000"/>
              <a:buChar char="✓"/>
            </a:pPr>
            <a:r>
              <a:rPr lang="en-US" sz="1350" dirty="0">
                <a:solidFill>
                  <a:srgbClr val="CFE8DD"/>
                </a:solidFill>
              </a:rPr>
              <a:t>Build: JS 33 kB, CSS 22 kB</a:t>
            </a:r>
            <a:endParaRPr lang="en-US" sz="1350" dirty="0"/>
          </a:p>
          <a:p>
            <a:pPr marL="228600" indent="-228600">
              <a:lnSpc>
                <a:spcPct val="135000"/>
              </a:lnSpc>
              <a:buSzPct val="100000"/>
              <a:buChar char="✓"/>
            </a:pPr>
            <a:r>
              <a:rPr lang="en-US" sz="1350" dirty="0">
                <a:solidFill>
                  <a:srgbClr val="CFE8DD"/>
                </a:solidFill>
              </a:rPr>
              <a:t>O'flayn ishlaydi, tashqi API yo'q</a:t>
            </a:r>
            <a:endParaRPr lang="en-US" sz="1350" dirty="0"/>
          </a:p>
          <a:p>
            <a:pPr marL="228600" indent="-228600">
              <a:lnSpc>
                <a:spcPct val="135000"/>
              </a:lnSpc>
              <a:buSzPct val="100000"/>
              <a:buChar char="✓"/>
            </a:pPr>
            <a:r>
              <a:rPr lang="en-US" sz="1350" dirty="0">
                <a:solidFill>
                  <a:srgbClr val="CFE8DD"/>
                </a:solidFill>
              </a:rPr>
              <a:t>Mobil va desktop uchun moslashuvchan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6949440" cy="603504"/>
          </a:xfrm>
          <a:prstGeom prst="roundRect">
            <a:avLst>
              <a:gd name="adj" fmla="val 50000"/>
            </a:avLst>
          </a:prstGeom>
          <a:solidFill>
            <a:srgbClr val="0D9B6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230368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🔗  site-a759875af4e24f2b96edba0601ae7c0d.freebuff.page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Sog'lomQadam · Hackathon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6 / 11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6784848"/>
            <a:ext cx="6648519" cy="73152"/>
          </a:xfrm>
          <a:prstGeom prst="rect">
            <a:avLst/>
          </a:prstGeom>
          <a:solidFill>
            <a:srgbClr val="22C98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B63"/>
                </a:solidFill>
              </a:rPr>
              <a:t>TEXNIK QISM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A15"/>
                </a:solidFill>
              </a:rPr>
              <a:t>Yengil, xavfsiz va mustaqil arxitektura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Sog'lomQadam · Hackathon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7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7756606" cy="73152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37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Stack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TypeScript (strict) + Vite. Frameworksiz — kam bog'liqlik, tez build.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1737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Modullar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26974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data/ — bazalar, lib/ — hisob va store, modules/ — UI bloklar.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Ma'lumot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6974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localStorage + kichik pub/sub. Server va ma'lumot uzatish yo'q.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173736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89720" y="2331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Hosting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89720" y="26974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Cloudflare Worker + statik assetlar. Global CDN, TLS.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Canvas grafik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5074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Haftalik natija — DPR aniqligida qo'lda chizilgan.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114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2628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SVG animatsiya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26280" y="5074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Ring progress: BMI, ratson va taymer bir tilda.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46720" y="41148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229600" y="4709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Qoidalar dvigateli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29600" y="5074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Maslahatchi — offline, izohlangan qoidalar; LLM/xarajat yo'q.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B63"/>
                </a:solidFill>
              </a:rPr>
              <a:t>FOYDA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A15"/>
                </a:solidFill>
              </a:rPr>
              <a:t>Bu qanday yordam beradi — raqamlarda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Sog'lomQadam · Hackathon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8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8864692" cy="73152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37360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9B63"/>
                </a:solidFill>
              </a:rPr>
              <a:t>30 son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3D"/>
                </a:solidFill>
              </a:rPr>
              <a:t>shaxsiy normangizni bilish uchun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1737360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965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9B63"/>
                </a:solidFill>
              </a:rPr>
              <a:t>40 ta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703320" y="26974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3D"/>
                </a:solidFill>
              </a:rPr>
              <a:t>taom bo'yicha xato hisoblash yo'qoladi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26974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65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9B63"/>
                </a:solidFill>
              </a:rPr>
              <a:t>7 kun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83680" y="26974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3D"/>
                </a:solidFill>
              </a:rPr>
              <a:t>odat shakllanishining minimal davri — streak ushlaydi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81160" y="1737360"/>
            <a:ext cx="2240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196596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9B63"/>
                </a:solidFill>
              </a:rPr>
              <a:t>0 ₽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464040" y="269748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3D"/>
                </a:solidFill>
              </a:rPr>
              <a:t>reklama va obuna — foydalanuvchiga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33443D"/>
                </a:solidFill>
              </a:rPr>
              <a:t>Oshcho'zuvchining «taxminiy» hisobi o'rniga — aniq raqam va chegaraviy ogohlantirish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33443D"/>
                </a:solidFill>
              </a:rPr>
              <a:t>Uyda mashq qiladiganlar uchun jihoz talab qilmaydigan reja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33443D"/>
                </a:solidFill>
              </a:rPr>
              <a:t>Maxfiylik: tibbiy ma'lumot hech qayerga yuborilmaydi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B63"/>
                </a:solidFill>
              </a:rPr>
              <a:t>RIVOJLANISH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A15"/>
                </a:solidFill>
              </a:rPr>
              <a:t>Keyingi qadamlar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Sog'lomQadam · Hackathon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9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9972779" cy="73152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2560320" cy="109728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v1.0 — Hozir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66E"/>
                </a:solidFill>
              </a:rPr>
              <a:t>MVP: hisob, taomlar, reja, challenge, taymer, maslahatchi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82112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B63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7472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828800"/>
            <a:ext cx="2560320" cy="109728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v1.1 — +1 oy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2468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66E"/>
                </a:solidFill>
              </a:rPr>
              <a:t>PWA: telefonga o'rnatish, oflayn bildirishnomalar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16752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B63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828800"/>
            <a:ext cx="2560320" cy="109728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v1.2 — +3 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2468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66E"/>
                </a:solidFill>
              </a:rPr>
              <a:t>Fitnes-braslet bilan sinxron (qadam, uyqu)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51392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B63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4400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1828800"/>
            <a:ext cx="2560320" cy="109728"/>
          </a:xfrm>
          <a:prstGeom prst="rect">
            <a:avLst/>
          </a:prstGeom>
          <a:solidFill>
            <a:srgbClr val="22C98A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v2.0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26880" y="2468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66E"/>
                </a:solidFill>
              </a:rPr>
              <a:t>Shifokor konsultatsiyasi va shaxsiyatlashtirilgan reja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0233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160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Marketing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4983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Talabalar va office guruhlari uchun «21 kunlik challenge» — organik tarqalish.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26480" y="40233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160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30936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15"/>
                </a:solidFill>
              </a:rPr>
              <a:t>Monetizatsiya (istiqbolda)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09360" y="4983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66E"/>
                </a:solidFill>
              </a:rPr>
              <a:t>Bepul asos + premium: oilaviy hisob, PDF hisobot, shifokor bilan ulanish.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B63"/>
                </a:solidFill>
              </a:rPr>
              <a:t>XULOSA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A15"/>
                </a:solidFill>
              </a:rPr>
              <a:t>Baholash mezonlariga moslik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Sog'lomQadam · Hackathon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66E"/>
                </a:solidFill>
              </a:rPr>
              <a:t>10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1080865" cy="73152"/>
          </a:xfrm>
          <a:prstGeom prst="rect">
            <a:avLst/>
          </a:prstGeom>
          <a:solidFill>
            <a:srgbClr val="22C98A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9552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7D51"/>
                          </a:solidFill>
                        </a:rPr>
                        <a:t>Mezon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7D51"/>
                          </a:solidFill>
                        </a:rPr>
                        <a:t>Nima taklif qilamiz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6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💡 G'oya (50 ball)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Dolzarb muammo (sog'lik + noto'g'ri hisob) va noyob yechim: milliy taomlar bazasi + davomiylik mexanizmi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🎤 Pitch (30 ball)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«Hisobla → Rejalashtir → Bajar → Saqla» — bitta gapda mohiyat, jonli demo bilan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📊 Prezentatsiya (20 ball)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Bir xil dizayn tizimi, raqamlar va jadval, o'zbek tilida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💻 Texnik (10 ball)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TypeScript strict, modul arxitektura, tashqi API'siz xavfsizlik, tez build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6C"/>
                </a:solidFill>
              </a:rPr>
              <a:t>RAHMAT!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Savollaringizga </a:t>
            </a:r>
            <a:pPr indent="0" marL="0">
              <a:buNone/>
            </a:pPr>
            <a:r>
              <a:rPr lang="en-US" sz="5200" b="1" dirty="0">
                <a:solidFill>
                  <a:srgbClr val="7DD36C"/>
                </a:solidFill>
              </a:rPr>
              <a:t>tayyor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B9CCC4"/>
                </a:solidFill>
              </a:rPr>
              <a:t>Sog'lomQadam — sog'likni rejalashtirishni osonlashtiradi, sabrni esa mexanizm saqlaydi.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6949440" cy="603504"/>
          </a:xfrm>
          <a:prstGeom prst="roundRect">
            <a:avLst>
              <a:gd name="adj" fmla="val 50000"/>
            </a:avLst>
          </a:prstGeom>
          <a:solidFill>
            <a:srgbClr val="0D9B6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407408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🔗  Demoni sinab ko'ring: site-a759875af4e24f2b96edba0601ae7c0d.freebuff.page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968C"/>
                </a:solidFill>
              </a:rPr>
              <a:t>Sog'lomQadam · Hackathon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0" y="61264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968C"/>
                </a:solidFill>
              </a:rPr>
              <a:t>11 / 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Sog'lomQadam — Hackathon 2026</dc:title>
  <dc:subject>PptxGenJS Presentation</dc:subject>
  <dc:creator>SaglamQadam jamoasi</dc:creator>
  <cp:lastModifiedBy>SaglamQadam jamoasi</cp:lastModifiedBy>
  <cp:revision>1</cp:revision>
  <dcterms:created xsi:type="dcterms:W3CDTF">2026-10-09T12:58:19Z</dcterms:created>
  <dcterms:modified xsi:type="dcterms:W3CDTF">2026-10-09T12:58:19Z</dcterms:modified>
</cp:coreProperties>
</file>